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AA4A"/>
                </a:solidFill>
                <a:latin typeface="Aptos"/>
              </a:rPr>
              <a:t>DOOGKING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671"/>
                </a:solidFill>
                <a:latin typeface="Aptos"/>
              </a:rPr>
              <a:t>TRANSPORTE DE MASCOTAS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02D"/>
                </a:solidFill>
                <a:latin typeface="Aptos"/>
              </a:rPr>
              <a:t>Flujo completo del usuario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29968"/>
            <a:ext cx="1005840" cy="54864"/>
          </a:xfrm>
          <a:prstGeom prst="rect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9202D"/>
                </a:solidFill>
                <a:latin typeface="Aptos"/>
              </a:rPr>
              <a:t>Doogking · Especificación visual para desarrollo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F6671"/>
                </a:solidFill>
                <a:latin typeface="Aptos"/>
              </a:rPr>
              <a:t>Objetivo: buscar → calcular → comparar → contratar → seguir el viaje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67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AA4A"/>
                </a:solidFill>
                <a:latin typeface="Aptos"/>
              </a:rPr>
              <a:t>DOOGKING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671"/>
                </a:solidFill>
                <a:latin typeface="Aptos"/>
              </a:rPr>
              <a:t>01 · BÚSQUEDA DEL SERVICIO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02D"/>
                </a:solidFill>
                <a:latin typeface="Aptos"/>
              </a:rPr>
              <a:t>¿Dónde llevamos a tu rey? 🐾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29968"/>
            <a:ext cx="1005840" cy="54864"/>
          </a:xfrm>
          <a:prstGeom prst="rect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4323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Selector «¿Qué tipo de servicio necesitas?»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809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10561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Opciones: Solo ida · Ida y vuelta · Traslado recurrente · Transporte urgente · Viaje de larga distancia · Quiero viajar con mi mascota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71246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61188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Origen: campo de dirección con autocompletado + mapa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26110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6052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Destino: campo de dirección con autocompletado + mapa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8097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70915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Mostrar distancia aproximada calculada automáticamente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35838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5779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CTA: CONTINUAR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400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67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AA4A"/>
                </a:solidFill>
                <a:latin typeface="Aptos"/>
              </a:rPr>
              <a:t>DOOGKING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671"/>
                </a:solidFill>
                <a:latin typeface="Aptos"/>
              </a:rPr>
              <a:t>02 · FECHA Y HORARIO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02D"/>
                </a:solidFill>
                <a:latin typeface="Aptos"/>
              </a:rPr>
              <a:t>¿Cuándo necesitas el transporte?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29968"/>
            <a:ext cx="1005840" cy="54864"/>
          </a:xfrm>
          <a:prstGeom prst="rect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4323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Fecha de recogida: calendario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809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Horario: A una hora concreta · Soy flexible · Lo antes posible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2958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42900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Si «Soy flexible»: Mañana · Mediodía · Tarde · Cualquier horario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7822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Si «Ida y vuelta»: hora determinada · después de X horas · cuando avise · otro día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2686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26279"/>
            <a:ext cx="10561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Si «Recurrente»: Todos los días · Días laborables · Semanal · Varias veces/semana · Mensual · Personalizado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35838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5779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En recurrente: selector L · M · X · J · V · S · D + hora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90702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80643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CTA: CONTINUAR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00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67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AA4A"/>
                </a:solidFill>
                <a:latin typeface="Aptos"/>
              </a:rPr>
              <a:t>DOOGKING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671"/>
                </a:solidFill>
                <a:latin typeface="Aptos"/>
              </a:rPr>
              <a:t>03 · MASCOTA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02D"/>
                </a:solidFill>
                <a:latin typeface="Aptos"/>
              </a:rPr>
              <a:t>Cuéntanos quién viaja 🐶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29968"/>
            <a:ext cx="1005840" cy="54864"/>
          </a:xfrm>
          <a:prstGeom prst="rect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4323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Permitir seleccionar mascota ya guardada en el perfil/pasaporte Doogking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809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CTA secundaria: + Añadir otra mascota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2958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42900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Tipo: Perro · Gato · Ave · Conejo · Roedor · Reptil · Otro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7822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Peso/tamaño: &lt;5 kg · 5–10 · 10–25 · 25–40 · &gt;40 kg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2686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2627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Número de mascotas: selector – / +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755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074919"/>
            <a:ext cx="10561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Necesidades: Transportín · Jaula · Arnés · Medicación · Movilidad reducida · Animal mayor · Cachorro · Separado de otros · Acompañamiento especial · Ninguna · Otra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90702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806439"/>
            <a:ext cx="10561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Comportamiento: Tranquilo · Algo nervioso · Miedo al coche · Reactivo con perros · Reactivo con personas · No lo sé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663854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653795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Campo libre «Información importante para el transportista»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00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67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AA4A"/>
                </a:solidFill>
                <a:latin typeface="Aptos"/>
              </a:rPr>
              <a:t>DOOGKING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671"/>
                </a:solidFill>
                <a:latin typeface="Aptos"/>
              </a:rPr>
              <a:t>04 · MODALIDAD DEL VIAJE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02D"/>
                </a:solidFill>
                <a:latin typeface="Aptos"/>
              </a:rPr>
              <a:t>Elige cómo quieres realizar el trayecto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29968"/>
            <a:ext cx="1005840" cy="54864"/>
          </a:xfrm>
          <a:prstGeom prst="rect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4323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Tarjetas seleccionables: 🚐 Transporte exclusivo · 🐾 Transporte compartido · 👤 Viajo con mi mascota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809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Si viaja el propietario: nº personas = 1 · 2 · 3 · Más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2958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42900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Equipaje: Sin equipaje · Equipaje pequeño · Maleta · Varias maletas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7822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10561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Preferencias opcionales: Climatización · Seguimiento · Aviso recogida · Aviso entrega · Foto durante trayecto · Transportín incluido · Viaje exclusivo · Conductor especializado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8097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70915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CTA principal: VER TRANSPORTES DISPONIBLES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00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671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AA4A"/>
                </a:solidFill>
                <a:latin typeface="Aptos"/>
              </a:rPr>
              <a:t>DOOGKING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671"/>
                </a:solidFill>
                <a:latin typeface="Aptos"/>
              </a:rPr>
              <a:t>05 ·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02D"/>
                </a:solidFill>
                <a:latin typeface="Aptos"/>
              </a:rPr>
              <a:t>Compara las opciones disponibles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29968"/>
            <a:ext cx="1005840" cy="54864"/>
          </a:xfrm>
          <a:prstGeom prst="rect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4323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Cabecera resumen: origen → destino · fecha/hora · mascota · peso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809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Acción: MODIFICAR BÚSQUEDA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2958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42900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Ordenar: Recomendados · Precio más bajo · Mejor valorados · Recogida más próxima · Menor duración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7822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Filtro modalidad: Todos · Exclusivo · Compartido · Viajo con mi mascota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2686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2627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Filtro incluidos: Seguimiento · Foto · Transportín · Climatización · Puerta a puerta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755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07491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Cada tarjeta: empresa + valoración + horario + duración + modalidad + incluidos + PRECIO TOTAL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72414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62355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CTAs: VER DETALLES / RESERVAR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627278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617219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Regla UX: nunca mostrar al cliente cómo calcula internamente la empresa (€/km, zona, tarifa fija, etc.)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00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67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AA4A"/>
                </a:solidFill>
                <a:latin typeface="Aptos"/>
              </a:rPr>
              <a:t>DOOGKING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671"/>
                </a:solidFill>
                <a:latin typeface="Aptos"/>
              </a:rPr>
              <a:t>06 · FICHA DEL TRANSPORTISTA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02D"/>
                </a:solidFill>
                <a:latin typeface="Aptos"/>
              </a:rPr>
              <a:t>Toda la información antes de reservar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29968"/>
            <a:ext cx="1005840" cy="54864"/>
          </a:xfrm>
          <a:prstGeom prst="rect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4323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Empresa + valoración + nº opiniones + distintivo «Empresa verificada»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809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Galería de vehículo/servicio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2958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42900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Resumen de ruta, fecha, hora y mascota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7822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Listado exacto de servicios incluidos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2686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2627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Desglose: trayecto + suplementos + TOTAL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755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07491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Política de cancelación visible + «Ver política»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72414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62355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Descripción breve de empresa + opiniones verificadas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627278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617219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Mensaje de transparencia: precio cerrado salvo extras solicitados posteriormente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682142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672083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CTA fijo inferior: CONTINUAR CON LA RESERVA · XX,XX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00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671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AA4A"/>
                </a:solidFill>
                <a:latin typeface="Aptos"/>
              </a:rPr>
              <a:t>DOOGKING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671"/>
                </a:solidFill>
                <a:latin typeface="Aptos"/>
              </a:rPr>
              <a:t>07 · RECOGIDA Y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02D"/>
                </a:solidFill>
                <a:latin typeface="Aptos"/>
              </a:rPr>
              <a:t>Últimos detalles del viaje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29968"/>
            <a:ext cx="1005840" cy="54864"/>
          </a:xfrm>
          <a:prstGeom prst="rect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4323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Persona de recogida: Yo · Otra persona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809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Campos: nombre + teléfono + indicaciones de recogida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2958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42900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Persona que recibe: Yo · Otra persona · Empresa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7822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Campos: nombre/empresa + teléfono + indicaciones de entrega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2686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2627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Confirmación de entrega: Notificación Doogking · Notificación + fotografía · No es necesario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755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07491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CTA: CONTINUAR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400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67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AA4A"/>
                </a:solidFill>
                <a:latin typeface="Aptos"/>
              </a:rPr>
              <a:t>DOOGKING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671"/>
                </a:solidFill>
                <a:latin typeface="Aptos"/>
              </a:rPr>
              <a:t>08 · REVISIÓN Y PAGO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02D"/>
                </a:solidFill>
                <a:latin typeface="Aptos"/>
              </a:rPr>
              <a:t>Todo listo para el viaje 👑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29968"/>
            <a:ext cx="1005840" cy="54864"/>
          </a:xfrm>
          <a:prstGeom prst="rect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4323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Resumen completo: ruta · fecha/hora · mascota · modalidad · transportista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809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Dirección exacta de recogida y entrega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2958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42900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Desglose económico + TOTAL destacado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7822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Pago: Tarjeta · Apple Pay · Google Pay · otros métodos habilitados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2686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2627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Checkbox obligatorio: condiciones del servicio + política de cancelación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755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07491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CTA principal: CONFIRMAR Y PAGAR XX,XX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400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671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AA4A"/>
                </a:solidFill>
                <a:latin typeface="Aptos"/>
              </a:rPr>
              <a:t>DOOGKING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671"/>
                </a:solidFill>
                <a:latin typeface="Aptos"/>
              </a:rPr>
              <a:t>09 · CONFIRMACIÓN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02D"/>
                </a:solidFill>
                <a:latin typeface="Aptos"/>
              </a:rPr>
              <a:t>¡El viaje está confirmado! 🎉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29968"/>
            <a:ext cx="1005840" cy="54864"/>
          </a:xfrm>
          <a:prstGeom prst="rect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4323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Código de reserva Doogking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809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Resumen: ruta · fecha · hora · transportista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2958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42900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CTAs: VER MI RESERVA · CONTACTAR CON EL TRANSPORTISTA · AÑADIR AL CALENDARIO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7822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Mensaje: «Te avisaremos cuando el transportista esté de camino»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2686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2627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Guardar automáticamente en Mis reservas → Transporte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00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67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AA4A"/>
                </a:solidFill>
                <a:latin typeface="Aptos"/>
              </a:rPr>
              <a:t>DOOGKING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671"/>
                </a:solidFill>
                <a:latin typeface="Aptos"/>
              </a:rPr>
              <a:t>10 · SEGUIMIENTO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02D"/>
                </a:solidFill>
                <a:latin typeface="Aptos"/>
              </a:rPr>
              <a:t>Seguimiento del viaje desde Doogking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29968"/>
            <a:ext cx="1005840" cy="54864"/>
          </a:xfrm>
          <a:prstGeom prst="rect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4323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10561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Timeline: Reserva confirmada → Transportista asignado → De camino → Mascota recogida → En trayecto → Mascota entregada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16382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06323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Cuando sea técnicamente posible: botón SEGUIR VIAJE + mapa/ubicación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71246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61187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Contacto desde la reserva: Chat · Llamar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26110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6052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Notificaciones de hitos importantes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8097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70915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Tras la entrega: solicitar valoración del servicio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00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67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AA4A"/>
                </a:solidFill>
                <a:latin typeface="Aptos"/>
              </a:rPr>
              <a:t>DOOGKING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671"/>
                </a:solidFill>
                <a:latin typeface="Aptos"/>
              </a:rPr>
              <a:t>11 · CASOS SIN PRECIO AUTOMÁTICO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02D"/>
                </a:solidFill>
                <a:latin typeface="Aptos"/>
              </a:rPr>
              <a:t>Solicitar presupuesto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29968"/>
            <a:ext cx="1005840" cy="54864"/>
          </a:xfrm>
          <a:prstGeom prst="rect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4323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10561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Usar para: internacional · múltiples mascotas · animales especiales · múltiples paradas · rutas complejas/largas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16382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06323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El cliente NO vuelve a rellenar datos: reutilizar origen, destino, fecha, mascota y necesidades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71246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61187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CTA: SOLICITAR PRESUPUESTO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26110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6052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Empresa responde con importe + condiciones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8097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70915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Cliente recibe: «Presupuesto recibido: XXX €»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35838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5779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CTA final: ACEPTAR Y PAGAR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90702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80643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Al pagar, convertir automáticamente la solicitud en reserva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00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67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AA4A"/>
                </a:solidFill>
                <a:latin typeface="Aptos"/>
              </a:rPr>
              <a:t>DOOGKING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671"/>
                </a:solidFill>
                <a:latin typeface="Aptos"/>
              </a:rPr>
              <a:t>12 · REGLAS CLAVE DE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02D"/>
                </a:solidFill>
                <a:latin typeface="Aptos"/>
              </a:rPr>
              <a:t>La experiencia Doogking debe ser simple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29968"/>
            <a:ext cx="1005840" cy="54864"/>
          </a:xfrm>
          <a:prstGeom prst="rect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4323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El cliente describe su necesidad; Doogking traduce esa necesidad al sistema tarifario de cada empresa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8094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Nunca pedir al cliente que elija «€/km», «precio por zona» o «tarifa por servicio»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2958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429000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Mostrar siempre precio final antes de pagar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7822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Campos condicionales: solo aparecen cuando corresponden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26864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2627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Mantener los datos introducidos al volver atrás o modificar búsqueda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7550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074919"/>
            <a:ext cx="10561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Diseño mobile-first, botones claros y CTA principal fijo cuando ayude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724143"/>
            <a:ext cx="109728" cy="109728"/>
          </a:xfrm>
          <a:prstGeom prst="ellipse">
            <a:avLst/>
          </a:prstGeom>
          <a:solidFill>
            <a:srgbClr val="D2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623559"/>
            <a:ext cx="10561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202D"/>
                </a:solidFill>
                <a:latin typeface="Aptos"/>
              </a:rPr>
              <a:t>Flujo final: BUSCAR → RUTA → FECHA → MASCOTA → MODALIDAD → COMPARAR → ELEGIR → DATOS → PAGAR → SEGUIR → VALORAR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00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671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